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48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95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121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5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172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922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5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35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2936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3743189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013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009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74672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4599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38454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058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33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862957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6052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295424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136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4690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027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4142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04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B18CAA8B-A9BC-4B1B-BF46-D3BBE7DCEFE8}" type="datetimeFigureOut">
              <a:rPr lang="en-IN" smtClean="0"/>
              <a:t>13-09-2026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5994BEB-E32C-4EB8-B908-603472B6A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501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BBA7C-59FC-4001-66E5-AFAE76E564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Care Guardian Edge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0225D-C9D3-EF1C-7429-BFBD58E07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Kanchan Ghosh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323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EC3BD-57E5-7161-821B-14930473C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069" y="993171"/>
            <a:ext cx="3884022" cy="1358143"/>
          </a:xfrm>
        </p:spPr>
        <p:txBody>
          <a:bodyPr/>
          <a:lstStyle/>
          <a:p>
            <a:r>
              <a:rPr lang="en-GB" dirty="0"/>
              <a:t>The Problem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AF0F4A-5198-A29B-8B5B-69A2C954C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069" y="3234364"/>
            <a:ext cx="3971108" cy="27745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Elderly care is costly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are many elderly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Particular problem with dementia, stroke and other illness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“Dumb Camera” can’t help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59F4D93-17EE-B407-0D05-764E55E8E9F5}"/>
              </a:ext>
            </a:extLst>
          </p:cNvPr>
          <p:cNvSpPr txBox="1">
            <a:spLocks/>
          </p:cNvSpPr>
          <p:nvPr/>
        </p:nvSpPr>
        <p:spPr>
          <a:xfrm>
            <a:off x="7215052" y="1067193"/>
            <a:ext cx="3884022" cy="135814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The Solution</a:t>
            </a:r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03E4BBE-26E0-55C5-DD29-5F9204588213}"/>
              </a:ext>
            </a:extLst>
          </p:cNvPr>
          <p:cNvSpPr txBox="1">
            <a:spLocks/>
          </p:cNvSpPr>
          <p:nvPr/>
        </p:nvSpPr>
        <p:spPr>
          <a:xfrm>
            <a:off x="7127966" y="3234364"/>
            <a:ext cx="3971108" cy="2774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AI Agent that manages on your behalf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Analyses images and take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Recognises specific hand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Plays sound for onsite caregiver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Calls and sends SMS to families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57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79B97-B537-2F36-CF2B-505901E7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E99B-EB8C-FD11-91B2-7E16F6832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069" y="993171"/>
            <a:ext cx="3884022" cy="1358143"/>
          </a:xfrm>
        </p:spPr>
        <p:txBody>
          <a:bodyPr/>
          <a:lstStyle/>
          <a:p>
            <a:r>
              <a:rPr lang="en-GB" dirty="0"/>
              <a:t>The Technology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87359F-B73D-5754-59EC-74F819E5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069" y="3234364"/>
            <a:ext cx="3971108" cy="27745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Gemini as AI Brain and 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Python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Whatsapp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Twillio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/>
              <a:t>Jamendo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0C4E9D-947A-2A07-A2E1-A4D77F5C9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294" y="761863"/>
            <a:ext cx="4902452" cy="5334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9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BB185-82D4-0160-0D96-6DDF18BB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1DB7F-8DEB-9426-0BF0-C34750945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069" y="993171"/>
            <a:ext cx="3884022" cy="1358143"/>
          </a:xfrm>
        </p:spPr>
        <p:txBody>
          <a:bodyPr/>
          <a:lstStyle/>
          <a:p>
            <a:r>
              <a:rPr lang="en-GB" dirty="0"/>
              <a:t>The Market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30CB3-5167-5ADD-203E-E22E3E158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069" y="3234364"/>
            <a:ext cx="3971108" cy="27745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650M+ elderly population</a:t>
            </a:r>
            <a:r>
              <a:rPr lang="en-IN" dirty="0"/>
              <a:t> across UK, USA, India, and China</a:t>
            </a:r>
            <a:r>
              <a:rPr lang="en-GB" dirty="0"/>
              <a:t>Python Flask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0.1% capture = 650,000 households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cheap cameras (£20), free edge ML in-browser, falling LLM vision costs, WhatsApp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5E156-16B7-AA07-CFBA-9A7FDFAE7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4580"/>
            <a:ext cx="5035809" cy="3492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532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8B9E-9A83-D7C6-2CD0-8A26C5DC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F501D-FCD4-5C63-0766-B381D5DDA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4069" y="993171"/>
            <a:ext cx="3884022" cy="1358143"/>
          </a:xfrm>
        </p:spPr>
        <p:txBody>
          <a:bodyPr/>
          <a:lstStyle/>
          <a:p>
            <a:r>
              <a:rPr lang="en-GB" dirty="0"/>
              <a:t>The Future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BCED7-BD19-5544-B3AC-0C6AA4F2FC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4069" y="3234364"/>
            <a:ext cx="3971108" cy="277455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NHS, Govt and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Agreement with camera</a:t>
            </a:r>
            <a:r>
              <a:rPr lang="en-IN" b="1" dirty="0"/>
              <a:t> and LLM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Expertise in Health Care market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F6C87-5E40-1910-7A83-8221BE3AB3CB}"/>
              </a:ext>
            </a:extLst>
          </p:cNvPr>
          <p:cNvSpPr txBox="1"/>
          <p:nvPr/>
        </p:nvSpPr>
        <p:spPr>
          <a:xfrm>
            <a:off x="6590212" y="3105834"/>
            <a:ext cx="3971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https://www.loom.com/share/a2c70ec370404b8c8be6f46dd0c83675</a:t>
            </a:r>
          </a:p>
        </p:txBody>
      </p:sp>
    </p:spTree>
    <p:extLst>
      <p:ext uri="{BB962C8B-B14F-4D97-AF65-F5344CB8AC3E}">
        <p14:creationId xmlns:p14="http://schemas.microsoft.com/office/powerpoint/2010/main" val="4290374468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12</TotalTime>
  <Words>139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Neue Haas Grotesk Text Pro</vt:lpstr>
      <vt:lpstr>Film Burn</vt:lpstr>
      <vt:lpstr>Care Guardian Edge</vt:lpstr>
      <vt:lpstr>The Problem</vt:lpstr>
      <vt:lpstr>The Technology</vt:lpstr>
      <vt:lpstr>The Market</vt:lpstr>
      <vt:lpstr>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Kanchan Ghosh</dc:creator>
  <cp:lastModifiedBy>Kanchan Ghosh</cp:lastModifiedBy>
  <cp:revision>1</cp:revision>
  <dcterms:created xsi:type="dcterms:W3CDTF">2026-09-13T21:14:35Z</dcterms:created>
  <dcterms:modified xsi:type="dcterms:W3CDTF">2026-09-13T21:27:06Z</dcterms:modified>
</cp:coreProperties>
</file>